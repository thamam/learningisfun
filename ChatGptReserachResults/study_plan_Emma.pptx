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תכנית לימוד — Emma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סיכום נושאים ותרגילים מקבצי שבילים פלוס ומשאבים משלימים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מקומות ערך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כתיבת מספרים, פירוק, חיבור/חיסור עד 10,000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כפל וחילוק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טבלאות כפל, מערכים, שאריות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סדר פעולות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סוגריים, כפל/חילוק לפני חיבור/חיסור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מספרים קטנים (Matific)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פעילויות אינטראקטיביות לקריאה וכתיבה עד 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חשיבה מתמטית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תרגילי מילוליות ופתרון בעיות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